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7D37F0-63B9-4947-8A94-A490CA045216}" v="22" dt="2026-04-08T06:04:21.6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 Han Tan" userId="031505f4-6b45-4205-b752-ef83f38131a4" providerId="ADAL" clId="{AFE26A99-D778-40F7-A68F-0AEA3195FFDB}"/>
    <pc:docChg chg="modSld">
      <pc:chgData name="Jun Han Tan" userId="031505f4-6b45-4205-b752-ef83f38131a4" providerId="ADAL" clId="{AFE26A99-D778-40F7-A68F-0AEA3195FFDB}" dt="2026-04-01T11:42:47.143" v="139" actId="20577"/>
      <pc:docMkLst>
        <pc:docMk/>
      </pc:docMkLst>
      <pc:sldChg chg="modSp mod">
        <pc:chgData name="Jun Han Tan" userId="031505f4-6b45-4205-b752-ef83f38131a4" providerId="ADAL" clId="{AFE26A99-D778-40F7-A68F-0AEA3195FFDB}" dt="2026-04-01T11:42:47.143" v="139" actId="20577"/>
        <pc:sldMkLst>
          <pc:docMk/>
          <pc:sldMk cId="119147203" sldId="257"/>
        </pc:sldMkLst>
        <pc:spChg chg="mod">
          <ac:chgData name="Jun Han Tan" userId="031505f4-6b45-4205-b752-ef83f38131a4" providerId="ADAL" clId="{AFE26A99-D778-40F7-A68F-0AEA3195FFDB}" dt="2026-04-01T11:42:47.143" v="139" actId="20577"/>
          <ac:spMkLst>
            <pc:docMk/>
            <pc:sldMk cId="119147203" sldId="257"/>
            <ac:spMk id="18" creationId="{0711BF1B-21A4-E075-B1BA-5DC0A54E4CA8}"/>
          </ac:spMkLst>
        </pc:spChg>
      </pc:sldChg>
    </pc:docChg>
  </pc:docChgLst>
  <pc:docChgLst>
    <pc:chgData name="Jun Han Tan" userId="031505f4-6b45-4205-b752-ef83f38131a4" providerId="ADAL" clId="{9863ACEA-CA0F-4459-B261-201589B77379}"/>
    <pc:docChg chg="undo custSel addSld delSld modSld">
      <pc:chgData name="Jun Han Tan" userId="031505f4-6b45-4205-b752-ef83f38131a4" providerId="ADAL" clId="{9863ACEA-CA0F-4459-B261-201589B77379}" dt="2026-04-08T06:04:48.419" v="1502" actId="14100"/>
      <pc:docMkLst>
        <pc:docMk/>
      </pc:docMkLst>
      <pc:sldChg chg="del">
        <pc:chgData name="Jun Han Tan" userId="031505f4-6b45-4205-b752-ef83f38131a4" providerId="ADAL" clId="{9863ACEA-CA0F-4459-B261-201589B77379}" dt="2026-04-08T05:08:55.766" v="1317" actId="2696"/>
        <pc:sldMkLst>
          <pc:docMk/>
          <pc:sldMk cId="3553310035" sldId="256"/>
        </pc:sldMkLst>
      </pc:sldChg>
      <pc:sldChg chg="addSp delSp modSp add mod">
        <pc:chgData name="Jun Han Tan" userId="031505f4-6b45-4205-b752-ef83f38131a4" providerId="ADAL" clId="{9863ACEA-CA0F-4459-B261-201589B77379}" dt="2026-04-08T06:04:48.419" v="1502" actId="14100"/>
        <pc:sldMkLst>
          <pc:docMk/>
          <pc:sldMk cId="119147203" sldId="257"/>
        </pc:sldMkLst>
        <pc:spChg chg="mod">
          <ac:chgData name="Jun Han Tan" userId="031505f4-6b45-4205-b752-ef83f38131a4" providerId="ADAL" clId="{9863ACEA-CA0F-4459-B261-201589B77379}" dt="2026-04-08T06:01:33.703" v="1480" actId="1076"/>
          <ac:spMkLst>
            <pc:docMk/>
            <pc:sldMk cId="119147203" sldId="257"/>
            <ac:spMk id="15" creationId="{8EFCEC3B-6B3A-D944-2217-5008ACE32C75}"/>
          </ac:spMkLst>
        </pc:spChg>
        <pc:spChg chg="mod">
          <ac:chgData name="Jun Han Tan" userId="031505f4-6b45-4205-b752-ef83f38131a4" providerId="ADAL" clId="{9863ACEA-CA0F-4459-B261-201589B77379}" dt="2026-04-08T06:01:30.115" v="1479" actId="1076"/>
          <ac:spMkLst>
            <pc:docMk/>
            <pc:sldMk cId="119147203" sldId="257"/>
            <ac:spMk id="18" creationId="{0711BF1B-21A4-E075-B1BA-5DC0A54E4CA8}"/>
          </ac:spMkLst>
        </pc:spChg>
        <pc:grpChg chg="mod">
          <ac:chgData name="Jun Han Tan" userId="031505f4-6b45-4205-b752-ef83f38131a4" providerId="ADAL" clId="{9863ACEA-CA0F-4459-B261-201589B77379}" dt="2026-04-08T05:52:10.848" v="1343" actId="14100"/>
          <ac:grpSpMkLst>
            <pc:docMk/>
            <pc:sldMk cId="119147203" sldId="257"/>
            <ac:grpSpMk id="20" creationId="{5D3352EB-91A1-6C02-82E7-3AC1D250ADAC}"/>
          </ac:grpSpMkLst>
        </pc:grpChg>
        <pc:graphicFrameChg chg="mod modGraphic">
          <ac:chgData name="Jun Han Tan" userId="031505f4-6b45-4205-b752-ef83f38131a4" providerId="ADAL" clId="{9863ACEA-CA0F-4459-B261-201589B77379}" dt="2026-04-08T06:04:16.276" v="1497"/>
          <ac:graphicFrameMkLst>
            <pc:docMk/>
            <pc:sldMk cId="119147203" sldId="257"/>
            <ac:graphicFrameMk id="19" creationId="{ABC92256-6325-DD25-BB7F-7B22ECEDE877}"/>
          </ac:graphicFrameMkLst>
        </pc:graphicFrameChg>
        <pc:graphicFrameChg chg="mod modGraphic">
          <ac:chgData name="Jun Han Tan" userId="031505f4-6b45-4205-b752-ef83f38131a4" providerId="ADAL" clId="{9863ACEA-CA0F-4459-B261-201589B77379}" dt="2026-04-08T06:04:21.681" v="1498"/>
          <ac:graphicFrameMkLst>
            <pc:docMk/>
            <pc:sldMk cId="119147203" sldId="257"/>
            <ac:graphicFrameMk id="21" creationId="{54C316B0-4D58-561C-FC8C-9AC685970540}"/>
          </ac:graphicFrameMkLst>
        </pc:graphicFrameChg>
        <pc:graphicFrameChg chg="mod modGraphic">
          <ac:chgData name="Jun Han Tan" userId="031505f4-6b45-4205-b752-ef83f38131a4" providerId="ADAL" clId="{9863ACEA-CA0F-4459-B261-201589B77379}" dt="2026-04-08T06:04:00.282" v="1495"/>
          <ac:graphicFrameMkLst>
            <pc:docMk/>
            <pc:sldMk cId="119147203" sldId="257"/>
            <ac:graphicFrameMk id="22" creationId="{149B76DD-6272-19EC-12DB-1DF92E27506F}"/>
          </ac:graphicFrameMkLst>
        </pc:graphicFrameChg>
        <pc:graphicFrameChg chg="mod modGraphic">
          <ac:chgData name="Jun Han Tan" userId="031505f4-6b45-4205-b752-ef83f38131a4" providerId="ADAL" clId="{9863ACEA-CA0F-4459-B261-201589B77379}" dt="2026-04-08T06:04:48.419" v="1502" actId="14100"/>
          <ac:graphicFrameMkLst>
            <pc:docMk/>
            <pc:sldMk cId="119147203" sldId="257"/>
            <ac:graphicFrameMk id="23" creationId="{BF853502-B559-A834-FCF5-BCAD43BA2F1B}"/>
          </ac:graphicFrameMkLst>
        </pc:graphicFrameChg>
        <pc:picChg chg="add mod">
          <ac:chgData name="Jun Han Tan" userId="031505f4-6b45-4205-b752-ef83f38131a4" providerId="ADAL" clId="{9863ACEA-CA0F-4459-B261-201589B77379}" dt="2026-04-08T05:52:19.546" v="1345" actId="1076"/>
          <ac:picMkLst>
            <pc:docMk/>
            <pc:sldMk cId="119147203" sldId="257"/>
            <ac:picMk id="1026" creationId="{38AD1841-BA77-0084-4531-66D759D62F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38B9-842E-8E23-EFD3-2B055CD52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E8520-7FC5-14DF-6E84-D577D3964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61259-2753-5A07-F24E-568DC4F89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424DE-C171-176C-DDDD-B4F75AD0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22E7D-B244-371D-D76F-35EA9189E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30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FDA22-7160-35A9-CF79-3408B94D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D9AE2-118D-21A8-E445-AAFFB7D9E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DBB3A-DBC9-029B-BA1A-F5102DC1E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EB85B-F6FB-D40B-FBDE-55A584CB3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32696-2A40-B3D9-7C7C-D3DBEBC9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090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C244-B24A-D2A6-DC9C-838FF0146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1BA60-D5C0-8A8E-0A57-28289B54C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16DD5-8B8F-2EE7-EBFF-E9E72BD9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BE504-9709-535A-0442-E4FAC1D5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C6514-D85B-C996-BE49-E5853A8E1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14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313E0-4BF5-412C-FBCA-A2E4C0B7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75F54-2EF7-BB11-5E7E-1325CA31C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2A33C-06AE-6451-19C2-0E6630931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95417-84AF-56D8-DFFB-78819E66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F0C56-C13F-F7D3-3BD6-18A20F87A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C0A52-5E0F-1049-3E93-4BB42752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928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37E88-F5F4-34F3-5ADE-1733BE2D5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EFA94-81C5-65E5-ECC9-5D1AC2328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020FE-8D20-90E6-EBA6-7852A3F56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1986A3-7205-E01E-CDC6-088EFE6253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391C53-4957-A85C-7F0F-978246B22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E826E3-2E19-9CAB-7F32-12B548B7D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C07FE4-B8E0-BF3B-B821-51D540ACB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A16F03-32BA-787E-AF8D-C03013795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276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527DD-9918-8A63-22D9-1FBF88AE1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5E380E-9C90-C6F6-060C-5EE883D61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30EF2-0118-2D66-DC6A-812B67754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B4113-4553-7C71-300C-FD12C9498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975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E7DB0-C783-3BB5-2F08-F8AFF2102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6FB838-5EF9-1769-2C33-2EFAB6F83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A47A2-CD55-811A-4CB9-C176C601E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31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46B63-0D3E-2D0B-7C87-1BA638B68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F1A71-9D81-B0D9-281A-41DD3A67B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394E6-C3BD-F74F-4A76-921BA02B6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8E903-EB95-FD1B-ED6F-BD6A8E517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8F29E-1820-A6B3-A143-4AF0B124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97E54-7880-62BB-2FA3-DFDD3C76F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653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11C7-E36D-956D-362F-D480C2ADF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3FB4E-A544-C2B7-ABF2-5CDB557C42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94E479-BF48-1E8B-0398-F49CC610F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91203-8EB2-9D0B-9058-07CAAF36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7B8CD-26A6-752A-894A-9BCACC88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7A1BD-D5BF-4519-1841-8DF8224D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831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95EDE-F759-AA84-6266-C2753A4B0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B925C-632D-2954-C579-4087AC3F0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E5348-6690-26E5-B431-1F4774E3B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7D9B1-74CD-9931-0950-E255DE10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83082-D3B6-86FF-6D44-6E4428CB6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88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F521F-A28A-977C-8AC9-73DD7B910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917E6-863C-5580-6396-CFBE3FF60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4126F-226B-A20A-FF10-F77BC9A8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C83C4-6EC0-4CEE-A949-898FD9088C2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06BC0-060C-D7A6-5674-2E000E894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BF848-786A-AF11-2942-A05A2806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315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24755-4E01-1E83-A90D-00D3C91F0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A0040-73B0-D626-1B03-5B3B4780B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879A3-D87F-F4DE-96E9-C9FE93DC1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C83C4-6EC0-4CEE-A949-898FD9088C24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78816-E3E9-F48A-0C38-BE7A7B5A7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F528B-AF35-3A20-9A10-775C49E96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CB215-6F34-4158-A228-FA9F1CFA8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676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695E0-82FC-A88C-57A7-FC14F8D39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D3352EB-91A1-6C02-82E7-3AC1D250ADAC}"/>
              </a:ext>
            </a:extLst>
          </p:cNvPr>
          <p:cNvGrpSpPr/>
          <p:nvPr/>
        </p:nvGrpSpPr>
        <p:grpSpPr>
          <a:xfrm>
            <a:off x="487798" y="169099"/>
            <a:ext cx="11425678" cy="1286584"/>
            <a:chOff x="865239" y="412954"/>
            <a:chExt cx="9930581" cy="245806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31154EA-9EF7-9120-0F51-9952326DB006}"/>
                </a:ext>
              </a:extLst>
            </p:cNvPr>
            <p:cNvGrpSpPr/>
            <p:nvPr/>
          </p:nvGrpSpPr>
          <p:grpSpPr>
            <a:xfrm>
              <a:off x="865239" y="412954"/>
              <a:ext cx="9930581" cy="2458064"/>
              <a:chOff x="1061883" y="2271252"/>
              <a:chExt cx="9930581" cy="245806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81DF05A-E5BE-581B-3873-8685D13811EE}"/>
                  </a:ext>
                </a:extLst>
              </p:cNvPr>
              <p:cNvSpPr/>
              <p:nvPr/>
            </p:nvSpPr>
            <p:spPr>
              <a:xfrm>
                <a:off x="1061883" y="2271252"/>
                <a:ext cx="9930581" cy="24580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73759F3A-1FE5-2E8E-0F8E-A025977950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08204" y="2271252"/>
                <a:ext cx="0" cy="245806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62C77C6-4F1C-3913-BAC7-3073E35EF9E7}"/>
                </a:ext>
              </a:extLst>
            </p:cNvPr>
            <p:cNvCxnSpPr/>
            <p:nvPr/>
          </p:nvCxnSpPr>
          <p:spPr>
            <a:xfrm>
              <a:off x="6754761" y="412954"/>
              <a:ext cx="0" cy="24580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EFCEC3B-6B3A-D944-2217-5008ACE32C75}"/>
              </a:ext>
            </a:extLst>
          </p:cNvPr>
          <p:cNvSpPr txBox="1"/>
          <p:nvPr/>
        </p:nvSpPr>
        <p:spPr>
          <a:xfrm>
            <a:off x="4911624" y="670529"/>
            <a:ext cx="1713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Eddison Chee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11BF1B-21A4-E075-B1BA-5DC0A54E4CA8}"/>
              </a:ext>
            </a:extLst>
          </p:cNvPr>
          <p:cNvSpPr txBox="1"/>
          <p:nvPr/>
        </p:nvSpPr>
        <p:spPr>
          <a:xfrm>
            <a:off x="7698282" y="532030"/>
            <a:ext cx="404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Britannic Bold" panose="020B0903060703020204" pitchFamily="34" charset="0"/>
              </a:rPr>
              <a:t>“What is the point of going out when staying home is so much safer”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BC92256-6325-DD25-BB7F-7B22ECEDE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637757"/>
              </p:ext>
            </p:extLst>
          </p:nvPr>
        </p:nvGraphicFramePr>
        <p:xfrm>
          <a:off x="434607" y="1547370"/>
          <a:ext cx="3726396" cy="14691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6396">
                  <a:extLst>
                    <a:ext uri="{9D8B030D-6E8A-4147-A177-3AD203B41FA5}">
                      <a16:colId xmlns:a16="http://schemas.microsoft.com/office/drawing/2014/main" val="624803914"/>
                    </a:ext>
                  </a:extLst>
                </a:gridCol>
              </a:tblGrid>
              <a:tr h="41453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 Narrow" panose="020B0606020202030204" pitchFamily="34" charset="0"/>
                        </a:rPr>
                        <a:t>Family Status</a:t>
                      </a:r>
                      <a:endParaRPr lang="en-IN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042228"/>
                  </a:ext>
                </a:extLst>
              </a:tr>
              <a:tr h="414539">
                <a:tc>
                  <a:txBody>
                    <a:bodyPr/>
                    <a:lstStyle/>
                    <a:p>
                      <a:r>
                        <a:rPr lang="en-US" dirty="0"/>
                        <a:t>Parents’ and grandparents' generation still living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240995"/>
                  </a:ext>
                </a:extLst>
              </a:tr>
              <a:tr h="414539">
                <a:tc>
                  <a:txBody>
                    <a:bodyPr/>
                    <a:lstStyle/>
                    <a:p>
                      <a:r>
                        <a:rPr lang="en-US" dirty="0"/>
                        <a:t>Siblings: None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953027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4C316B0-4D58-561C-FC8C-9AC685970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008609"/>
              </p:ext>
            </p:extLst>
          </p:nvPr>
        </p:nvGraphicFramePr>
        <p:xfrm>
          <a:off x="434607" y="3326465"/>
          <a:ext cx="3726396" cy="192834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26396">
                  <a:extLst>
                    <a:ext uri="{9D8B030D-6E8A-4147-A177-3AD203B41FA5}">
                      <a16:colId xmlns:a16="http://schemas.microsoft.com/office/drawing/2014/main" val="2448548436"/>
                    </a:ext>
                  </a:extLst>
                </a:gridCol>
              </a:tblGrid>
              <a:tr h="373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Current Tech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238360"/>
                  </a:ext>
                </a:extLst>
              </a:tr>
              <a:tr h="536836">
                <a:tc>
                  <a:txBody>
                    <a:bodyPr/>
                    <a:lstStyle/>
                    <a:p>
                      <a:r>
                        <a:rPr lang="en-US" sz="1200" dirty="0"/>
                        <a:t>PC Specs:</a:t>
                      </a:r>
                    </a:p>
                    <a:p>
                      <a:r>
                        <a:rPr lang="en-IN" sz="1200" b="0" dirty="0"/>
                        <a:t>CPU: AMD </a:t>
                      </a:r>
                      <a:r>
                        <a:rPr lang="en-IN" sz="1200" b="0" dirty="0" err="1"/>
                        <a:t>Ryzen</a:t>
                      </a:r>
                      <a:r>
                        <a:rPr lang="en-IN" sz="1200" b="0" dirty="0"/>
                        <a:t> 7 5800x3d | GPU: RTX 4090 Ti | RAM: 64GB | Storage: 4TB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004014"/>
                  </a:ext>
                </a:extLst>
              </a:tr>
              <a:tr h="344854">
                <a:tc>
                  <a:txBody>
                    <a:bodyPr/>
                    <a:lstStyle/>
                    <a:p>
                      <a:r>
                        <a:rPr lang="en-US" sz="1200" dirty="0"/>
                        <a:t>Phone: Samsung S25</a:t>
                      </a:r>
                    </a:p>
                    <a:p>
                      <a:r>
                        <a:rPr lang="en-US" sz="1200" dirty="0"/>
                        <a:t>Headphones: Galaxy Buds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8632784"/>
                  </a:ext>
                </a:extLst>
              </a:tr>
              <a:tr h="344854">
                <a:tc>
                  <a:txBody>
                    <a:bodyPr/>
                    <a:lstStyle/>
                    <a:p>
                      <a:r>
                        <a:rPr lang="en-US" sz="1200" dirty="0"/>
                        <a:t>Laptop: Acer Swift 16 AI Evo </a:t>
                      </a:r>
                    </a:p>
                    <a:p>
                      <a:r>
                        <a:rPr lang="en-US" sz="1200" dirty="0"/>
                        <a:t>CPU: Ultra 7 258V </a:t>
                      </a:r>
                      <a:r>
                        <a:rPr lang="en-IN" sz="1200" b="0" dirty="0"/>
                        <a:t>| RAM: 32GB | Storage: 2TB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73329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49B76DD-6272-19EC-12DB-1DF92E275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360458"/>
              </p:ext>
            </p:extLst>
          </p:nvPr>
        </p:nvGraphicFramePr>
        <p:xfrm>
          <a:off x="4734196" y="1547370"/>
          <a:ext cx="7005142" cy="2103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05142">
                  <a:extLst>
                    <a:ext uri="{9D8B030D-6E8A-4147-A177-3AD203B41FA5}">
                      <a16:colId xmlns:a16="http://schemas.microsoft.com/office/drawing/2014/main" val="2445726472"/>
                    </a:ext>
                  </a:extLst>
                </a:gridCol>
              </a:tblGrid>
              <a:tr h="21711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Personal Info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8697447"/>
                  </a:ext>
                </a:extLst>
              </a:tr>
              <a:tr h="217110">
                <a:tc>
                  <a:txBody>
                    <a:bodyPr/>
                    <a:lstStyle/>
                    <a:p>
                      <a:r>
                        <a:rPr lang="en-US" dirty="0"/>
                        <a:t>Age:28/M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3369050"/>
                  </a:ext>
                </a:extLst>
              </a:tr>
              <a:tr h="379942">
                <a:tc>
                  <a:txBody>
                    <a:bodyPr/>
                    <a:lstStyle/>
                    <a:p>
                      <a:r>
                        <a:rPr lang="en-US" dirty="0"/>
                        <a:t>Education: </a:t>
                      </a:r>
                      <a:r>
                        <a:rPr lang="en-GB" dirty="0"/>
                        <a:t>Left high school early; self-taught in coding and trading through independent online learning.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4847122"/>
                  </a:ext>
                </a:extLst>
              </a:tr>
              <a:tr h="217110">
                <a:tc>
                  <a:txBody>
                    <a:bodyPr/>
                    <a:lstStyle/>
                    <a:p>
                      <a:r>
                        <a:rPr lang="en-US" dirty="0"/>
                        <a:t>Car: None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8487575"/>
                  </a:ext>
                </a:extLst>
              </a:tr>
              <a:tr h="217110">
                <a:tc>
                  <a:txBody>
                    <a:bodyPr/>
                    <a:lstStyle/>
                    <a:p>
                      <a:r>
                        <a:rPr lang="en-US" dirty="0"/>
                        <a:t>Hobbies: Gaming, Scripting, Trading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9297894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F853502-B559-A834-FCF5-BCAD43BA2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573811"/>
              </p:ext>
            </p:extLst>
          </p:nvPr>
        </p:nvGraphicFramePr>
        <p:xfrm>
          <a:off x="4734194" y="3831022"/>
          <a:ext cx="7005143" cy="2560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05143">
                  <a:extLst>
                    <a:ext uri="{9D8B030D-6E8A-4147-A177-3AD203B41FA5}">
                      <a16:colId xmlns:a16="http://schemas.microsoft.com/office/drawing/2014/main" val="1218586475"/>
                    </a:ext>
                  </a:extLst>
                </a:gridCol>
              </a:tblGrid>
              <a:tr h="3009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Character cues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993581"/>
                  </a:ext>
                </a:extLst>
              </a:tr>
              <a:tr h="937401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- Quiet and keeps to himself </a:t>
                      </a:r>
                    </a:p>
                    <a:p>
                      <a:pPr algn="l"/>
                      <a:r>
                        <a:rPr lang="en-GB" dirty="0"/>
                        <a:t>- Prefers being at home rather than going out </a:t>
                      </a:r>
                    </a:p>
                    <a:p>
                      <a:pPr algn="l"/>
                      <a:r>
                        <a:rPr lang="en-GB" dirty="0"/>
                        <a:t>- Independent and self-directed in the way he learns and spends his time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36424509"/>
                  </a:ext>
                </a:extLst>
              </a:tr>
              <a:tr h="338132">
                <a:tc>
                  <a:txBody>
                    <a:bodyPr/>
                    <a:lstStyle/>
                    <a:p>
                      <a:r>
                        <a:rPr lang="en-GB" b="0" dirty="0"/>
                        <a:t>Pet peeve: </a:t>
                      </a:r>
                      <a:r>
                        <a:rPr lang="en-GB" dirty="0"/>
                        <a:t>Being pushed into things he does not want to do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937788"/>
                  </a:ext>
                </a:extLst>
              </a:tr>
              <a:tr h="526646">
                <a:tc>
                  <a:txBody>
                    <a:bodyPr/>
                    <a:lstStyle/>
                    <a:p>
                      <a:r>
                        <a:rPr lang="en-US" dirty="0"/>
                        <a:t>Friends say: “Super quiet and mysterious but a good online friend to have around to talk with”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614078"/>
                  </a:ext>
                </a:extLst>
              </a:tr>
            </a:tbl>
          </a:graphicData>
        </a:graphic>
      </p:graphicFrame>
      <p:pic>
        <p:nvPicPr>
          <p:cNvPr id="1026" name="Picture 2" descr="Young asian man in headset with pc computer playing game at home. chinese  guy geek in">
            <a:extLst>
              <a:ext uri="{FF2B5EF4-FFF2-40B4-BE49-F238E27FC236}">
                <a16:creationId xmlns:a16="http://schemas.microsoft.com/office/drawing/2014/main" id="{38AD1841-BA77-0084-4531-66D759D62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426" y="189608"/>
            <a:ext cx="1874759" cy="1248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147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181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Narrow</vt:lpstr>
      <vt:lpstr>Britannic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Rhythem Sharma</dc:creator>
  <cp:lastModifiedBy>Jun Han Tan</cp:lastModifiedBy>
  <cp:revision>1</cp:revision>
  <dcterms:created xsi:type="dcterms:W3CDTF">2026-03-19T00:58:31Z</dcterms:created>
  <dcterms:modified xsi:type="dcterms:W3CDTF">2026-04-08T06:04:52Z</dcterms:modified>
</cp:coreProperties>
</file>