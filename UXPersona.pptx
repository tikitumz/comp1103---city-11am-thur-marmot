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38B9-842E-8E23-EFD3-2B055CD52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E8520-7FC5-14DF-6E84-D577D3964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1259-2753-5A07-F24E-568DC4F8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424DE-C171-176C-DDDD-B4F75AD0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2E7D-B244-371D-D76F-35EA9189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DA22-7160-35A9-CF79-3408B94D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9AE2-118D-21A8-E445-AAFFB7D9E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BB3A-DBC9-029B-BA1A-F5102DC1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EB85B-F6FB-D40B-FBDE-55A584CB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2696-2A40-B3D9-7C7C-D3DBEBC9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09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C244-B24A-D2A6-DC9C-838FF014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1BA60-D5C0-8A8E-0A57-28289B54C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16DD5-8B8F-2EE7-EBFF-E9E72BD9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BE504-9709-535A-0442-E4FAC1D5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6514-D85B-C996-BE49-E5853A8E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13E0-4BF5-412C-FBCA-A2E4C0B7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5F54-2EF7-BB11-5E7E-1325CA31C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2A33C-06AE-6451-19C2-0E6630931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95417-84AF-56D8-DFFB-78819E66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F0C56-C13F-F7D3-3BD6-18A20F87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C0A52-5E0F-1049-3E93-4BB42752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2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7E88-F5F4-34F3-5ADE-1733BE2D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EFA94-81C5-65E5-ECC9-5D1AC2328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020FE-8D20-90E6-EBA6-7852A3F56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986A3-7205-E01E-CDC6-088EFE625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91C53-4957-A85C-7F0F-978246B22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826E3-2E19-9CAB-7F32-12B548B7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07FE4-B8E0-BF3B-B821-51D540AC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16F03-32BA-787E-AF8D-C0301379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27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27DD-9918-8A63-22D9-1FBF88AE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E380E-9C90-C6F6-060C-5EE883D6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30EF2-0118-2D66-DC6A-812B6775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B4113-4553-7C71-300C-FD12C949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97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E7DB0-C783-3BB5-2F08-F8AFF210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FB838-5EF9-1769-2C33-2EFAB6F8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A47A2-CD55-811A-4CB9-C176C601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31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6B63-0D3E-2D0B-7C87-1BA638B6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1A71-9D81-B0D9-281A-41DD3A67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94E6-C3BD-F74F-4A76-921BA02B6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8E903-EB95-FD1B-ED6F-BD6A8E51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8F29E-1820-A6B3-A143-4AF0B12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97E54-7880-62BB-2FA3-DFDD3C76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11C7-E36D-956D-362F-D480C2AD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3FB4E-A544-C2B7-ABF2-5CDB557C4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4E479-BF48-1E8B-0398-F49CC610F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91203-8EB2-9D0B-9058-07CAAF36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8CD-26A6-752A-894A-9BCACC8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A1BD-D5BF-4519-1841-8DF8224D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83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5EDE-F759-AA84-6266-C2753A4B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B925C-632D-2954-C579-4087AC3F0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5348-6690-26E5-B431-1F4774E3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D9B1-74CD-9931-0950-E255DE10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83082-D3B6-86FF-6D44-6E4428CB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8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F521F-A28A-977C-8AC9-73DD7B910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917E6-863C-5580-6396-CFBE3FF60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126F-226B-A20A-FF10-F77BC9A8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6BC0-060C-D7A6-5674-2E000E89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F848-786A-AF11-2942-A05A2806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15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24755-4E01-1E83-A90D-00D3C91F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0040-73B0-D626-1B03-5B3B4780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879A3-D87F-F4DE-96E9-C9FE93DC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C83C4-6EC0-4CEE-A949-898FD9088C2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8816-E3E9-F48A-0C38-BE7A7B5A7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528B-AF35-3A20-9A10-775C49E9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67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E9E56AE-F661-693D-50C2-97119F8A2210}"/>
              </a:ext>
            </a:extLst>
          </p:cNvPr>
          <p:cNvGrpSpPr/>
          <p:nvPr/>
        </p:nvGrpSpPr>
        <p:grpSpPr>
          <a:xfrm>
            <a:off x="865239" y="153698"/>
            <a:ext cx="9930581" cy="2458064"/>
            <a:chOff x="865239" y="412954"/>
            <a:chExt cx="9930581" cy="245806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34C8429-07F5-122C-6D59-F27617B57F01}"/>
                </a:ext>
              </a:extLst>
            </p:cNvPr>
            <p:cNvGrpSpPr/>
            <p:nvPr/>
          </p:nvGrpSpPr>
          <p:grpSpPr>
            <a:xfrm>
              <a:off x="865239" y="412954"/>
              <a:ext cx="9930581" cy="2458064"/>
              <a:chOff x="1061883" y="2271252"/>
              <a:chExt cx="9930581" cy="245806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F5981F-D9E0-CC5F-B6EC-35B7B31D6F5E}"/>
                  </a:ext>
                </a:extLst>
              </p:cNvPr>
              <p:cNvSpPr/>
              <p:nvPr/>
            </p:nvSpPr>
            <p:spPr>
              <a:xfrm>
                <a:off x="1061883" y="2271252"/>
                <a:ext cx="9930581" cy="24580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DFED762-4CCA-A68C-0D88-9D459DEE8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978" r="29978"/>
              <a:stretch>
                <a:fillRect/>
              </a:stretch>
            </p:blipFill>
            <p:spPr>
              <a:xfrm>
                <a:off x="1061883" y="2271252"/>
                <a:ext cx="3146321" cy="2458064"/>
              </a:xfrm>
              <a:prstGeom prst="rect">
                <a:avLst/>
              </a:prstGeom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C770757-6BBF-2288-A2B2-F3FFE69371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08204" y="2271252"/>
                <a:ext cx="0" cy="24580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D98DC9-D0F8-2EC0-8ADA-7F6046E76AA2}"/>
                </a:ext>
              </a:extLst>
            </p:cNvPr>
            <p:cNvCxnSpPr/>
            <p:nvPr/>
          </p:nvCxnSpPr>
          <p:spPr>
            <a:xfrm>
              <a:off x="6754761" y="412954"/>
              <a:ext cx="0" cy="24580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79C508D-C939-4858-D8D8-DA30574C5E96}"/>
              </a:ext>
            </a:extLst>
          </p:cNvPr>
          <p:cNvSpPr txBox="1"/>
          <p:nvPr/>
        </p:nvSpPr>
        <p:spPr>
          <a:xfrm>
            <a:off x="4660489" y="1130708"/>
            <a:ext cx="151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JUSTIN BROA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C47D9-84A9-73C8-B1C5-F48880DA4293}"/>
              </a:ext>
            </a:extLst>
          </p:cNvPr>
          <p:cNvSpPr txBox="1"/>
          <p:nvPr/>
        </p:nvSpPr>
        <p:spPr>
          <a:xfrm>
            <a:off x="6754761" y="1059565"/>
            <a:ext cx="404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Eras Light ITC" panose="020B0402030504020804" pitchFamily="34" charset="0"/>
              </a:rPr>
              <a:t>“Learning a lot, stressing a little, always repping my Filipino side”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1C86E9E-67B1-4658-BA32-ADDF5BFCD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520480"/>
              </p:ext>
            </p:extLst>
          </p:nvPr>
        </p:nvGraphicFramePr>
        <p:xfrm>
          <a:off x="865239" y="2777081"/>
          <a:ext cx="3726396" cy="1469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396">
                  <a:extLst>
                    <a:ext uri="{9D8B030D-6E8A-4147-A177-3AD203B41FA5}">
                      <a16:colId xmlns:a16="http://schemas.microsoft.com/office/drawing/2014/main" val="624803914"/>
                    </a:ext>
                  </a:extLst>
                </a:gridCol>
              </a:tblGrid>
              <a:tr h="414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Genealogy app usage info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042228"/>
                  </a:ext>
                </a:extLst>
              </a:tr>
              <a:tr h="414539">
                <a:tc>
                  <a:txBody>
                    <a:bodyPr/>
                    <a:lstStyle/>
                    <a:p>
                      <a:r>
                        <a:rPr lang="en-US" dirty="0"/>
                        <a:t>Parents’ and grandparents' generation still living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240995"/>
                  </a:ext>
                </a:extLst>
              </a:tr>
              <a:tr h="414539">
                <a:tc>
                  <a:txBody>
                    <a:bodyPr/>
                    <a:lstStyle/>
                    <a:p>
                      <a:r>
                        <a:rPr lang="en-US" dirty="0"/>
                        <a:t>Siblings:1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95302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CF0304E-65A6-DD84-5A28-DD402462A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263682"/>
              </p:ext>
            </p:extLst>
          </p:nvPr>
        </p:nvGraphicFramePr>
        <p:xfrm>
          <a:off x="865239" y="4337937"/>
          <a:ext cx="3726396" cy="186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396">
                  <a:extLst>
                    <a:ext uri="{9D8B030D-6E8A-4147-A177-3AD203B41FA5}">
                      <a16:colId xmlns:a16="http://schemas.microsoft.com/office/drawing/2014/main" val="2448548436"/>
                    </a:ext>
                  </a:extLst>
                </a:gridCol>
              </a:tblGrid>
              <a:tr h="337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Hardware / software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38360"/>
                  </a:ext>
                </a:extLst>
              </a:tr>
              <a:tr h="812200">
                <a:tc>
                  <a:txBody>
                    <a:bodyPr/>
                    <a:lstStyle/>
                    <a:p>
                      <a:r>
                        <a:rPr lang="en-US" sz="1200" dirty="0"/>
                        <a:t>PC:</a:t>
                      </a:r>
                      <a:r>
                        <a:rPr lang="en-IN" sz="1200" b="1" dirty="0"/>
                        <a:t>CPU:</a:t>
                      </a:r>
                      <a:r>
                        <a:rPr lang="en-IN" sz="1200" dirty="0"/>
                        <a:t> AMD </a:t>
                      </a:r>
                      <a:r>
                        <a:rPr lang="en-IN" sz="1200" dirty="0" err="1"/>
                        <a:t>Ryzen</a:t>
                      </a:r>
                      <a:r>
                        <a:rPr lang="en-IN" sz="1200" dirty="0"/>
                        <a:t> 5 7600X | </a:t>
                      </a:r>
                      <a:r>
                        <a:rPr lang="en-IN" sz="1200" b="1" dirty="0"/>
                        <a:t>GPU:</a:t>
                      </a:r>
                      <a:r>
                        <a:rPr lang="en-IN" sz="1200" dirty="0"/>
                        <a:t> RTX 4060 Ti | </a:t>
                      </a:r>
                      <a:r>
                        <a:rPr lang="en-IN" sz="1200" b="1" dirty="0"/>
                        <a:t>RAM:</a:t>
                      </a:r>
                      <a:r>
                        <a:rPr lang="en-IN" sz="1200" dirty="0"/>
                        <a:t> 32GB DDR5 | </a:t>
                      </a:r>
                      <a:r>
                        <a:rPr lang="en-IN" sz="1200" b="1" dirty="0"/>
                        <a:t>Motherboard:</a:t>
                      </a:r>
                      <a:r>
                        <a:rPr lang="en-IN" sz="1200" dirty="0"/>
                        <a:t> MSI MAG B650 </a:t>
                      </a:r>
                      <a:r>
                        <a:rPr lang="en-IN" sz="1200" b="1" dirty="0"/>
                        <a:t>Storage:</a:t>
                      </a:r>
                      <a:r>
                        <a:rPr lang="en-IN" sz="1200" dirty="0"/>
                        <a:t> 1TB </a:t>
                      </a:r>
                      <a:r>
                        <a:rPr lang="en-IN" sz="1200" dirty="0" err="1"/>
                        <a:t>NVMe</a:t>
                      </a:r>
                      <a:r>
                        <a:rPr lang="en-IN" sz="1200" dirty="0"/>
                        <a:t> SSD | </a:t>
                      </a:r>
                      <a:r>
                        <a:rPr lang="en-IN" sz="1200" b="1" dirty="0"/>
                        <a:t>PSU:</a:t>
                      </a:r>
                      <a:r>
                        <a:rPr lang="en-IN" sz="1200" dirty="0"/>
                        <a:t> Corsair 750W Gold | </a:t>
                      </a:r>
                      <a:r>
                        <a:rPr lang="en-IN" sz="1200" b="1" dirty="0"/>
                        <a:t>Cooler:</a:t>
                      </a:r>
                      <a:r>
                        <a:rPr lang="en-IN" sz="1200" dirty="0"/>
                        <a:t> be quiet! Pure Rock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04014"/>
                  </a:ext>
                </a:extLst>
              </a:tr>
              <a:tr h="337380">
                <a:tc>
                  <a:txBody>
                    <a:bodyPr/>
                    <a:lstStyle/>
                    <a:p>
                      <a:r>
                        <a:rPr lang="en-US" sz="1200" dirty="0"/>
                        <a:t>Phone: iPhone 15 pro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632784"/>
                  </a:ext>
                </a:extLst>
              </a:tr>
              <a:tr h="337380">
                <a:tc>
                  <a:txBody>
                    <a:bodyPr/>
                    <a:lstStyle/>
                    <a:p>
                      <a:r>
                        <a:rPr lang="en-US" sz="1200" dirty="0"/>
                        <a:t>Tablet: Samsung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332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8ACCA34-2261-3C74-6304-942614641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479578"/>
              </p:ext>
            </p:extLst>
          </p:nvPr>
        </p:nvGraphicFramePr>
        <p:xfrm>
          <a:off x="4660489" y="2777081"/>
          <a:ext cx="6666272" cy="212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6272">
                  <a:extLst>
                    <a:ext uri="{9D8B030D-6E8A-4147-A177-3AD203B41FA5}">
                      <a16:colId xmlns:a16="http://schemas.microsoft.com/office/drawing/2014/main" val="2445726472"/>
                    </a:ext>
                  </a:extLst>
                </a:gridCol>
              </a:tblGrid>
              <a:tr h="3701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 Info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697447"/>
                  </a:ext>
                </a:extLst>
              </a:tr>
              <a:tr h="370190">
                <a:tc>
                  <a:txBody>
                    <a:bodyPr/>
                    <a:lstStyle/>
                    <a:p>
                      <a:r>
                        <a:rPr lang="en-US" dirty="0"/>
                        <a:t>Age:23/male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69050"/>
                  </a:ext>
                </a:extLst>
              </a:tr>
              <a:tr h="370190">
                <a:tc>
                  <a:txBody>
                    <a:bodyPr/>
                    <a:lstStyle/>
                    <a:p>
                      <a:r>
                        <a:rPr lang="en-US" dirty="0"/>
                        <a:t>Education: has a bachelors degree and doing masters from flinders in 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847122"/>
                  </a:ext>
                </a:extLst>
              </a:tr>
              <a:tr h="370190">
                <a:tc>
                  <a:txBody>
                    <a:bodyPr/>
                    <a:lstStyle/>
                    <a:p>
                      <a:r>
                        <a:rPr lang="en-US" dirty="0"/>
                        <a:t>Car: 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487575"/>
                  </a:ext>
                </a:extLst>
              </a:tr>
              <a:tr h="370190">
                <a:tc>
                  <a:txBody>
                    <a:bodyPr/>
                    <a:lstStyle/>
                    <a:p>
                      <a:r>
                        <a:rPr lang="en-US" dirty="0"/>
                        <a:t>Hobby: gaming, music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29789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F54E39D-359F-61FA-5940-9C65C7C5E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515451"/>
              </p:ext>
            </p:extLst>
          </p:nvPr>
        </p:nvGraphicFramePr>
        <p:xfrm>
          <a:off x="4660489" y="5063240"/>
          <a:ext cx="6666272" cy="1701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6272">
                  <a:extLst>
                    <a:ext uri="{9D8B030D-6E8A-4147-A177-3AD203B41FA5}">
                      <a16:colId xmlns:a16="http://schemas.microsoft.com/office/drawing/2014/main" val="1218586475"/>
                    </a:ext>
                  </a:extLst>
                </a:gridCol>
              </a:tblGrid>
              <a:tr h="4215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 cues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993581"/>
                  </a:ext>
                </a:extLst>
              </a:tr>
              <a:tr h="609734">
                <a:tc>
                  <a:txBody>
                    <a:bodyPr/>
                    <a:lstStyle/>
                    <a:p>
                      <a:r>
                        <a:rPr lang="en-US" dirty="0"/>
                        <a:t>Pet Peeve: Interrupting me is not a good choice I’d say about myself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937788"/>
                  </a:ext>
                </a:extLst>
              </a:tr>
              <a:tr h="609734">
                <a:tc>
                  <a:txBody>
                    <a:bodyPr/>
                    <a:lstStyle/>
                    <a:p>
                      <a:r>
                        <a:rPr lang="en-US" dirty="0"/>
                        <a:t>Friends say: talks a lot around friends but quite an introvert around others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1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31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Eras Light ITC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Rhythem Sharma</dc:creator>
  <cp:lastModifiedBy>Rhythem Sharma</cp:lastModifiedBy>
  <cp:revision>1</cp:revision>
  <dcterms:created xsi:type="dcterms:W3CDTF">2026-03-19T00:58:31Z</dcterms:created>
  <dcterms:modified xsi:type="dcterms:W3CDTF">2026-03-19T02:05:46Z</dcterms:modified>
</cp:coreProperties>
</file>